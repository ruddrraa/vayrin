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58400" cy="7772400"/>
  <p:notesSz cx="10058400" cy="7772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205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79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5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5"/>
            <a:ext cx="9052559" cy="1243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59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7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79119"/>
            <a:ext cx="10058400" cy="56140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74342"/>
            <a:ext cx="10058400" cy="48235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75739"/>
            <a:ext cx="10058400" cy="48207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7932"/>
            <a:ext cx="10058400" cy="47965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1200"/>
            <a:ext cx="10058400" cy="48098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79803"/>
            <a:ext cx="10058400" cy="481266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76247"/>
            <a:ext cx="10058400" cy="48199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76121"/>
            <a:ext cx="10058400" cy="48202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764630"/>
            <a:ext cx="10047705" cy="45185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101305" y="1510112"/>
            <a:ext cx="2957195" cy="0"/>
          </a:xfrm>
          <a:custGeom>
            <a:avLst/>
            <a:gdLst/>
            <a:ahLst/>
            <a:cxnLst/>
            <a:rect l="l" t="t" r="r" b="b"/>
            <a:pathLst>
              <a:path w="2957195">
                <a:moveTo>
                  <a:pt x="0" y="0"/>
                </a:moveTo>
                <a:lnTo>
                  <a:pt x="2957094" y="0"/>
                </a:lnTo>
              </a:path>
            </a:pathLst>
          </a:custGeom>
          <a:ln w="21389">
            <a:solidFill>
              <a:srgbClr val="83C3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64562" y="1409604"/>
            <a:ext cx="130175" cy="323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350" dirty="0">
                <a:solidFill>
                  <a:srgbClr val="9A79B5"/>
                </a:solidFill>
                <a:latin typeface="Times New Roman"/>
                <a:cs typeface="Times New Roman"/>
              </a:rPr>
              <a:t>•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3110" y="1862245"/>
            <a:ext cx="8756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850" spc="35" dirty="0">
                <a:solidFill>
                  <a:srgbClr val="707780"/>
                </a:solidFill>
                <a:latin typeface="Times New Roman"/>
                <a:cs typeface="Times New Roman"/>
              </a:rPr>
              <a:t>2</a:t>
            </a:r>
            <a:r>
              <a:rPr sz="850" spc="-125" dirty="0">
                <a:solidFill>
                  <a:srgbClr val="707780"/>
                </a:solidFill>
                <a:latin typeface="Times New Roman"/>
                <a:cs typeface="Times New Roman"/>
              </a:rPr>
              <a:t>OO'J&lt;.</a:t>
            </a:r>
            <a:r>
              <a:rPr sz="850" spc="60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850" i="1" spc="0" dirty="0">
                <a:solidFill>
                  <a:srgbClr val="707780"/>
                </a:solidFill>
                <a:latin typeface="Times New Roman"/>
                <a:cs typeface="Times New Roman"/>
              </a:rPr>
              <a:t>(</a:t>
            </a:r>
            <a:r>
              <a:rPr sz="650" i="1" spc="110" dirty="0">
                <a:solidFill>
                  <a:srgbClr val="707780"/>
                </a:solidFill>
                <a:latin typeface="Times New Roman"/>
                <a:cs typeface="Times New Roman"/>
              </a:rPr>
              <a:t>NAln</a:t>
            </a:r>
            <a:r>
              <a:rPr sz="650" i="1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650" i="1" spc="-10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650" spc="185" dirty="0">
                <a:solidFill>
                  <a:srgbClr val="707780"/>
                </a:solidFill>
                <a:latin typeface="Times New Roman"/>
                <a:cs typeface="Times New Roman"/>
              </a:rPr>
              <a:t>•</a:t>
            </a:r>
            <a:r>
              <a:rPr sz="650" spc="-75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500" spc="65" dirty="0">
                <a:solidFill>
                  <a:srgbClr val="707780"/>
                </a:solidFill>
                <a:latin typeface="Arial"/>
                <a:cs typeface="Arial"/>
              </a:rPr>
              <a:t>tA</a:t>
            </a:r>
            <a:r>
              <a:rPr sz="500" spc="70" dirty="0">
                <a:solidFill>
                  <a:srgbClr val="707780"/>
                </a:solidFill>
                <a:latin typeface="Arial"/>
                <a:cs typeface="Arial"/>
              </a:rPr>
              <a:t>i</a:t>
            </a:r>
            <a:r>
              <a:rPr sz="850" dirty="0">
                <a:solidFill>
                  <a:srgbClr val="858C93"/>
                </a:solidFill>
                <a:latin typeface="Times New Roman"/>
                <a:cs typeface="Times New Roman"/>
              </a:rPr>
              <a:t>tl</a:t>
            </a:r>
            <a:endParaRPr sz="850">
              <a:latin typeface="Times New Roman"/>
              <a:cs typeface="Times New Roman"/>
            </a:endParaRPr>
          </a:p>
          <a:p>
            <a:pPr marL="17780">
              <a:lnSpc>
                <a:spcPts val="894"/>
              </a:lnSpc>
            </a:pPr>
            <a:r>
              <a:rPr sz="800" spc="55" dirty="0">
                <a:solidFill>
                  <a:srgbClr val="707780"/>
                </a:solidFill>
                <a:latin typeface="Times New Roman"/>
                <a:cs typeface="Times New Roman"/>
              </a:rPr>
              <a:t>rharore</a:t>
            </a:r>
            <a:r>
              <a:rPr sz="800" spc="65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700" spc="30" dirty="0">
                <a:solidFill>
                  <a:srgbClr val="707780"/>
                </a:solidFill>
                <a:latin typeface="Times New Roman"/>
                <a:cs typeface="Times New Roman"/>
              </a:rPr>
              <a:t>ti.rte</a:t>
            </a:r>
            <a:r>
              <a:rPr sz="700" spc="70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600" spc="-25" dirty="0">
                <a:solidFill>
                  <a:srgbClr val="707780"/>
                </a:solidFill>
                <a:latin typeface="Times New Roman"/>
                <a:cs typeface="Times New Roman"/>
              </a:rPr>
              <a:t>\1&gt;1</a:t>
            </a:r>
            <a:r>
              <a:rPr sz="600" spc="10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700" i="1" spc="45" dirty="0">
                <a:solidFill>
                  <a:srgbClr val="858C93"/>
                </a:solidFill>
                <a:latin typeface="Arial"/>
                <a:cs typeface="Arial"/>
              </a:rPr>
              <a:t>or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1932" y="2086521"/>
            <a:ext cx="781685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-40" dirty="0">
                <a:solidFill>
                  <a:srgbClr val="707780"/>
                </a:solidFill>
                <a:latin typeface="Times New Roman"/>
                <a:cs typeface="Times New Roman"/>
              </a:rPr>
              <a:t>an</a:t>
            </a:r>
            <a:r>
              <a:rPr sz="800" spc="-5" dirty="0">
                <a:solidFill>
                  <a:srgbClr val="70778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858C93"/>
                </a:solidFill>
                <a:latin typeface="Times New Roman"/>
                <a:cs typeface="Times New Roman"/>
              </a:rPr>
              <a:t>4</a:t>
            </a:r>
            <a:r>
              <a:rPr sz="700" i="1" spc="5" dirty="0">
                <a:solidFill>
                  <a:srgbClr val="858C93"/>
                </a:solidFill>
                <a:latin typeface="Times New Roman"/>
                <a:cs typeface="Times New Roman"/>
              </a:rPr>
              <a:t> </a:t>
            </a:r>
            <a:r>
              <a:rPr sz="800" spc="30" dirty="0">
                <a:solidFill>
                  <a:srgbClr val="858C93"/>
                </a:solidFill>
                <a:latin typeface="Times New Roman"/>
                <a:cs typeface="Times New Roman"/>
              </a:rPr>
              <a:t>o</a:t>
            </a:r>
            <a:r>
              <a:rPr sz="800" spc="5" dirty="0">
                <a:solidFill>
                  <a:srgbClr val="858C93"/>
                </a:solidFill>
                <a:latin typeface="Times New Roman"/>
                <a:cs typeface="Times New Roman"/>
              </a:rPr>
              <a:t>v</a:t>
            </a:r>
            <a:r>
              <a:rPr sz="800" spc="25" dirty="0">
                <a:solidFill>
                  <a:srgbClr val="596267"/>
                </a:solidFill>
                <a:latin typeface="Times New Roman"/>
                <a:cs typeface="Times New Roman"/>
              </a:rPr>
              <a:t>l</a:t>
            </a:r>
            <a:r>
              <a:rPr sz="800" spc="10" dirty="0">
                <a:solidFill>
                  <a:srgbClr val="596267"/>
                </a:solidFill>
                <a:latin typeface="Times New Roman"/>
                <a:cs typeface="Times New Roman"/>
              </a:rPr>
              <a:t> </a:t>
            </a:r>
            <a:r>
              <a:rPr sz="600" spc="85" dirty="0">
                <a:solidFill>
                  <a:srgbClr val="707780"/>
                </a:solidFill>
                <a:latin typeface="Arial"/>
                <a:cs typeface="Arial"/>
              </a:rPr>
              <a:t>It</a:t>
            </a:r>
            <a:r>
              <a:rPr sz="600" spc="-5" dirty="0">
                <a:solidFill>
                  <a:srgbClr val="707780"/>
                </a:solidFill>
                <a:latin typeface="Arial"/>
                <a:cs typeface="Arial"/>
              </a:rPr>
              <a:t> </a:t>
            </a:r>
            <a:r>
              <a:rPr sz="800" spc="130" dirty="0">
                <a:solidFill>
                  <a:srgbClr val="858C93"/>
                </a:solidFill>
                <a:latin typeface="Times New Roman"/>
                <a:cs typeface="Times New Roman"/>
              </a:rPr>
              <a:t>H</a:t>
            </a:r>
            <a:r>
              <a:rPr sz="800" spc="15" dirty="0">
                <a:solidFill>
                  <a:srgbClr val="858C93"/>
                </a:solidFill>
                <a:latin typeface="Times New Roman"/>
                <a:cs typeface="Times New Roman"/>
              </a:rPr>
              <a:t>"</a:t>
            </a:r>
            <a:r>
              <a:rPr sz="800" spc="-80" dirty="0">
                <a:solidFill>
                  <a:srgbClr val="858C93"/>
                </a:solidFill>
                <a:latin typeface="Times New Roman"/>
                <a:cs typeface="Times New Roman"/>
              </a:rPr>
              <a:t>"-'</a:t>
            </a:r>
            <a:r>
              <a:rPr sz="800" spc="90" dirty="0">
                <a:solidFill>
                  <a:srgbClr val="858C93"/>
                </a:solidFill>
                <a:latin typeface="Times New Roman"/>
                <a:cs typeface="Times New Roman"/>
              </a:rPr>
              <a:t> </a:t>
            </a:r>
            <a:r>
              <a:rPr sz="800" spc="-80" dirty="0">
                <a:solidFill>
                  <a:srgbClr val="858C93"/>
                </a:solidFill>
                <a:latin typeface="Times New Roman"/>
                <a:cs typeface="Times New Roman"/>
              </a:rPr>
              <a:t>11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2773" y="2130779"/>
            <a:ext cx="138430" cy="311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50" spc="100" dirty="0">
                <a:solidFill>
                  <a:srgbClr val="9A79B5"/>
                </a:solidFill>
                <a:latin typeface="Times New Roman"/>
                <a:cs typeface="Times New Roman"/>
              </a:rPr>
              <a:t>•</a:t>
            </a:r>
            <a:endParaRPr sz="2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83994"/>
            <a:ext cx="10058400" cy="4804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</Words>
  <Application>Microsoft Office PowerPoint</Application>
  <PresentationFormat>Benutzerdefiniert</PresentationFormat>
  <Paragraphs>5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Online2PDF.com</cp:lastModifiedBy>
  <cp:revision>1</cp:revision>
  <dcterms:created xsi:type="dcterms:W3CDTF">2025-12-15T16:16:45Z</dcterms:created>
  <dcterms:modified xsi:type="dcterms:W3CDTF">2025-12-15T15:16:47Z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2025-12-15T00:00:00Z</vt:filetime>
  </property>
  <property fmtid="{D5CDD505-2E9C-101B-9397-08002B2CF9AE}" pid="3" name="LastSaved">
    <vt:filetime>2025-12-15T00:00:00Z</vt:filetime>
  </property>
</Properties>
</file>